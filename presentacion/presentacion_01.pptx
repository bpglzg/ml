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58" y="6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75055-D6A9-B4BA-62CC-D730BFD1A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D1CFD5-7B20-5D7C-67DA-59723E4DE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AEEE6-17EF-AC34-0099-5175FB79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3AAE4B-C4FE-983D-F0B3-5963AA23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CD3E97-EBD4-D35C-299F-A066F00F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0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F13A6-25D7-36C7-B2F0-25BAAE36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B2468B-CCBD-D47E-E027-BF0C1006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4A2F3E-A01B-FFD1-0AB3-ABA49677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D3B0C0-AEF2-0689-EA39-F9F91F26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E2D9C5-FFD7-4941-A47B-F0643592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8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21D15-541E-5F7A-9C15-C39CD341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8984AA-B6BA-B99D-7719-D1923F6F2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E032CC-8F73-E4E5-FE74-EF1E0EA2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F483CE-D5CE-C46D-AD0E-00A9292C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F3A30C-9CFB-EB3D-80A8-E112991A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8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FC547-7249-2D06-06CA-53956172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22DC1-7FC2-3BA4-3EC1-B041176B8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16CD40-71D5-2198-2EE5-38745E3A7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32761-9789-D324-12AE-433998BE0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27AA35-DF53-0322-DAC5-206FC2EFB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590477-43DC-104D-0B27-F86EA294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8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C5D1D-D546-7123-4111-E7397C89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DCAD1-7035-0293-2783-0E66D1B93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8FEBF8-4B97-7A63-FFBF-4F11D7F9B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4CD7BC-6BB9-F311-10EB-538D509BC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8B65C4-DE99-35FE-C340-5E5C2D515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FD42D9-6510-D1C3-E0D3-F8A39750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733E21-18EC-9835-2114-78A31932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E30E7B-AFD8-ADF0-39A7-6071C069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9E12B-4943-9D02-0BFB-ABA7E8E4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FFF63BB-C2EB-DBDC-3DFC-3839C40C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8AD45F-D60C-6F8A-CB4A-BAD14EBB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339469-3DF4-1E28-96B4-3478075B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4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9A27EE-EFF3-4BD6-E3EE-92D7B0CB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764251-4B7A-EAE2-486F-2F5C9C5A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297927-0048-4DE6-2B41-72A9F51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2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9276B-87A7-130D-1FAB-BCADA01A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2C7E71-35C9-8A93-4AB0-79A89C36E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6B98F0-C08D-FF54-9E69-B4857DB59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52C1D6-3CEC-798E-C8E6-3EBBA2A1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9046C-E75A-1AA0-C3E3-C623F409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20F177-995F-E58A-D685-ACC9F77C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2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D5B87-0CA0-4EDF-3740-77E32BAF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F5F1AF-6622-2411-E482-30D8572A4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87FDED-7080-5A00-D115-B017DC596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E346A-668D-B7BD-B23E-83F70966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9E0974-9791-77A7-A47B-77C615A9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4FA9DB-F704-56AF-71B1-79530C67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9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85A3C-CF76-EC9D-50AF-E6B05DAE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84E111-EAB5-1DF2-D174-A9FE7B021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66A716-038F-A0EC-846D-CC7E2109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B26ED-5449-25AD-B8A0-5E69773E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D8E9A2-534E-FA24-5DFB-98F8FD74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2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81C71F-02BD-91C4-64DB-AD32900BF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AF4E46-9561-A079-90C6-0DFAA510B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BD91B-4E3F-1422-151D-C8AC0967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B7571-D080-BC4A-B28D-D2CF1466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5F16D6-98EF-1E86-731E-D28F1E5B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6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98CF00-07B7-E6DB-0308-558218E5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4A19D2-4C2E-157F-D19A-8A5CB1D6A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9E877C-FE8D-6587-00D5-EE64496DA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47500-42C6-4EB0-93DA-A0DC8578250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3EBAB-DA09-27B5-E73B-DBC1AD7DD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DE5B98-AA8D-4FAB-63E5-0592BD977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6C076-AC35-4810-A53A-719D4F3C94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9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97784-1CEC-E39E-74BA-4DDBE3921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" sz="4800" dirty="0"/>
              <a:t>Clasificación de perfiles de microbioma intestinal asociados a condiciones clínicas</a:t>
            </a:r>
            <a:endParaRPr lang="en-US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D29546-5D8E-BA7A-5D43-DA98F32B61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/>
              <a:t>Objetivo</a:t>
            </a:r>
            <a:r>
              <a:rPr lang="en-US" b="1" dirty="0"/>
              <a:t> </a:t>
            </a:r>
            <a:r>
              <a:rPr lang="en-US" b="1" dirty="0" err="1"/>
              <a:t>inicial</a:t>
            </a:r>
            <a:r>
              <a:rPr lang="en-US" dirty="0"/>
              <a:t>: </a:t>
            </a:r>
            <a:r>
              <a:rPr lang="en-US" dirty="0" err="1"/>
              <a:t>Distinguir</a:t>
            </a:r>
            <a:r>
              <a:rPr lang="en-US" dirty="0"/>
              <a:t> </a:t>
            </a:r>
            <a:r>
              <a:rPr lang="en-US" dirty="0" err="1"/>
              <a:t>muestras</a:t>
            </a:r>
            <a:r>
              <a:rPr lang="en-US" dirty="0"/>
              <a:t> </a:t>
            </a:r>
            <a:r>
              <a:rPr lang="en-US" dirty="0" err="1"/>
              <a:t>sanas</a:t>
            </a:r>
            <a:r>
              <a:rPr lang="en-US" dirty="0"/>
              <a:t> </a:t>
            </a:r>
            <a:r>
              <a:rPr lang="en-US" dirty="0" err="1"/>
              <a:t>frente</a:t>
            </a:r>
            <a:r>
              <a:rPr lang="en-US" dirty="0"/>
              <a:t> a diabetes </a:t>
            </a:r>
            <a:r>
              <a:rPr lang="en-US" dirty="0" err="1"/>
              <a:t>tipo</a:t>
            </a:r>
            <a:r>
              <a:rPr lang="en-US" dirty="0"/>
              <a:t> 2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abundancias</a:t>
            </a:r>
            <a:r>
              <a:rPr lang="en-US" dirty="0"/>
              <a:t> </a:t>
            </a:r>
            <a:r>
              <a:rPr lang="en-US" dirty="0" err="1"/>
              <a:t>microbianas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466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6D552-414C-BA6A-07C2-E2B6FA4D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226767-9348-2AB0-AD6A-538F0D23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1800" dirty="0"/>
              <a:t>Un modelo exploratorio que analiza perfiles de microbioma intestinal para identificar patrones asociados a distintas condiciones clínicas y apoyar investigación, cribado preliminar o priorización de análisis.</a:t>
            </a:r>
          </a:p>
          <a:p>
            <a:pPr algn="just"/>
            <a:endParaRPr lang="es-ES" sz="1800" dirty="0"/>
          </a:p>
          <a:p>
            <a:pPr algn="just"/>
            <a:r>
              <a:rPr lang="es-ES" sz="1800" dirty="0"/>
              <a:t>Una empresa de análisis de microbioma quiere desarrollar una herramienta que identifique patrones bacterianos asociados a enfermedades metabólicas e intestinales. El modelo no sustituye al diagnóstico médico, pero ayuda a priorizar muestras, orientar investigación y generar hipótesis sobre biomarcadores.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89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DD611-0B92-564C-EA82-BA65F2FA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AC92FB-67C6-C31B-DC71-AE1202AB2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Valor de negocio:</a:t>
            </a:r>
          </a:p>
          <a:p>
            <a:r>
              <a:rPr lang="es-ES" dirty="0"/>
              <a:t>Reducir tiempo de análisis exploratorio.</a:t>
            </a:r>
          </a:p>
          <a:p>
            <a:r>
              <a:rPr lang="es-ES" dirty="0"/>
              <a:t>Priorizar pacientes/muestras para estudios más profundos.</a:t>
            </a:r>
          </a:p>
          <a:p>
            <a:r>
              <a:rPr lang="es-ES" dirty="0"/>
              <a:t>Detectar perfiles de riesgo.</a:t>
            </a:r>
          </a:p>
          <a:p>
            <a:r>
              <a:rPr lang="es-ES" dirty="0"/>
              <a:t>Identificar taxones importantes como posibles biomarcadores.</a:t>
            </a:r>
          </a:p>
          <a:p>
            <a:r>
              <a:rPr lang="es-ES" dirty="0"/>
              <a:t>Ayudar a diseñar productos o intervenciones futuras: nutrición, probióticos, investigación clínica.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4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Panorámica</PresentationFormat>
  <Paragraphs>11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Clasificación de perfiles de microbioma intestinal asociados a condiciones clínicas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Barbara Gonzalez</dc:creator>
  <cp:lastModifiedBy>Barbara Gonzalez</cp:lastModifiedBy>
  <cp:revision>1</cp:revision>
  <dcterms:created xsi:type="dcterms:W3CDTF">2026-06-03T14:32:31Z</dcterms:created>
  <dcterms:modified xsi:type="dcterms:W3CDTF">2026-06-03T14:33:16Z</dcterms:modified>
</cp:coreProperties>
</file>