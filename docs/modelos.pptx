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5D21B-2EA0-BE4B-E734-6E75B5F2D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7C22BB-0BCD-D6B8-9CF8-5937D147F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EAC1B4-16FE-76F8-2C48-4278376F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01B9B-FCA8-ABE7-A4AF-90725D1E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B95A04-7C6C-2AB8-33FB-C4BBA626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9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43389-C8FA-1E10-0D6F-DD4CF1B4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F2A1E5-5737-C8D2-A6B8-A40EFA10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393E7A-FA7A-FD48-2292-E5562BE81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799357-7927-0EF9-8250-A4444E25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C7E23D-1067-1A91-B17B-547F0DB5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2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C3D90-6659-1655-1FD4-6323D5DB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880503-ADEA-629D-17E8-2921454ED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4E1E39-6AB7-BC17-7B56-32234A43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478D7E-8FAB-18C6-0AD8-540A3F24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F6687-EE57-1F2C-83C3-8B21D84D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3887C-C914-6F61-5DB2-C8CB81C1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19045-8700-9D9C-7F61-34FDA982C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92087B-A447-1F3F-FC65-B80159175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E03E8B-0631-571E-9368-D0F4F81B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B7A12C-CE28-7D45-5F03-102D61D2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D77F02-6B82-8D6F-1A40-900EFCFF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0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0CAA2-9786-8317-AF1A-4D18D32A8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78DAEA-8D47-59D9-15BD-18FE4D3EE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D01E92-E249-7FF7-7256-1030DA534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D5C288A-83F8-3EEE-F7E7-AE263F9A9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BC2CC5D-13A1-FBA5-22B2-82C70B909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7FE28D-F163-5AFB-6F0E-3D1A7A6E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3BC1190-AFAF-241F-D0F8-C3FED9E9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9631795-A8E4-A0F5-EEEB-CB58564C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6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F3DC4-4555-EF50-FD87-83E0D32A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1E5573-2204-431D-4B6D-71E09A9D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A45278-62F2-292A-9D25-5F6CB453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F7E5B3-0059-5C47-92B8-F28E8D4EF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2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E9F7B2E-0022-B843-F29A-BB8FD2FF9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A67262-470F-1B69-1633-2E83558BE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842CDD-7912-416A-FEC1-CFF6238E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90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5C04F-E8D3-0121-1B90-A8ACDA4F1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9FF1C2-333F-542A-B8CE-8EEFD35C1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8AE0E9-9F86-7392-9779-9605A0189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836BEA-BE16-0DA3-D7A7-A84766DA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4C9099-D72F-8067-E99C-4A4E08B5A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1B00E3-E3F3-C853-F1C0-A4C84144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8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980AB-59EE-DF1B-294F-076AC8785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D2D01D-E439-42F4-C954-0AFF31B23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B3CEE0-2C9F-2B4D-7D7C-159C393B2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A48170-4250-6CAB-0EEF-E22859B0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FF0219-3989-EA6B-8BF3-C8F3B860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1CF608-6679-4A2E-069A-0F84992E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2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F7C63-8DC0-E6F5-BC48-A3C14515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3B170E-714E-75C5-F3D0-767304E19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ECBB33-B26A-1831-B28C-6B6E2BF7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F2D353-8D23-DFF4-D5E6-9F403439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FBE41-3A02-401E-FEC7-E9B566B0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2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ED88DD-FC82-AEEE-EB6E-13BAC569B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22763A-C7E2-4A30-ACD8-12F7E1586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BAFCEF-3D72-AD97-301D-37D6B068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A099E4-0988-431C-3B5E-F8BF799E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477961-9F68-ED01-D6C1-47FEE7B9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5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81CF6E2-D7CA-0928-FB46-3E20372B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7E319D-537F-0484-6D70-421180639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3BDAF1-8EFB-29BF-F141-117B362C2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166EC-D835-40CD-9E45-D98527831BA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868B15-B119-8BFF-5F38-919585871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7BDAED-2763-8AC9-94DE-1A1E96CB0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5666D-4593-4CDA-A74E-9FE3074BE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1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159C3-84B9-4FA2-B1DF-522033C0C0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noProof="0" dirty="0"/>
              <a:t>Modelo 1. </a:t>
            </a:r>
            <a:br>
              <a:rPr lang="es-MX" noProof="0" dirty="0"/>
            </a:br>
            <a:r>
              <a:rPr lang="es-MX" noProof="0" dirty="0" err="1"/>
              <a:t>Logistic</a:t>
            </a:r>
            <a:r>
              <a:rPr lang="es-MX" noProof="0" dirty="0"/>
              <a:t> </a:t>
            </a:r>
            <a:r>
              <a:rPr lang="es-MX" noProof="0" dirty="0" err="1"/>
              <a:t>Regression</a:t>
            </a:r>
            <a:endParaRPr lang="es-MX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BC8BCE-DF16-752A-6CD5-A8D11E135C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pPr algn="l"/>
            <a:r>
              <a:rPr lang="es-MX" b="1" noProof="0" dirty="0"/>
              <a:t>Modelo lineal para clasificación (clases)</a:t>
            </a:r>
          </a:p>
          <a:p>
            <a:pPr algn="l"/>
            <a:r>
              <a:rPr lang="es-MX" b="1" noProof="0" dirty="0"/>
              <a:t>Tipo de problema </a:t>
            </a:r>
            <a:r>
              <a:rPr lang="es-MX" noProof="0" dirty="0"/>
              <a:t>= Clasificación binaria</a:t>
            </a:r>
          </a:p>
          <a:p>
            <a:pPr algn="l"/>
            <a:r>
              <a:rPr lang="es-MX" b="1" noProof="0" dirty="0"/>
              <a:t>Target</a:t>
            </a:r>
            <a:r>
              <a:rPr lang="es-MX" noProof="0" dirty="0"/>
              <a:t> = n vs t2d</a:t>
            </a:r>
          </a:p>
        </p:txBody>
      </p:sp>
    </p:spTree>
    <p:extLst>
      <p:ext uri="{BB962C8B-B14F-4D97-AF65-F5344CB8AC3E}">
        <p14:creationId xmlns:p14="http://schemas.microsoft.com/office/powerpoint/2010/main" val="246702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0E316-6EF4-E278-46EF-F4940B7E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Modelo 1. Logistic Regression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8711D3-9FA9-67DB-2AF3-E20AD52B23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MX" sz="1800" b="1" noProof="0" dirty="0"/>
              <a:t>Clasificación</a:t>
            </a:r>
            <a:r>
              <a:rPr lang="es-MX" sz="1800" noProof="0" dirty="0"/>
              <a:t>: </a:t>
            </a:r>
          </a:p>
          <a:p>
            <a:pPr lvl="1"/>
            <a:r>
              <a:rPr lang="es-MX" sz="1800" noProof="0" dirty="0"/>
              <a:t>n vs t2d</a:t>
            </a:r>
          </a:p>
          <a:p>
            <a:r>
              <a:rPr lang="es-MX" sz="1800" b="1" noProof="0" dirty="0"/>
              <a:t>Salida</a:t>
            </a:r>
            <a:r>
              <a:rPr lang="es-MX" sz="1800" noProof="0" dirty="0"/>
              <a:t>:</a:t>
            </a:r>
          </a:p>
          <a:p>
            <a:pPr lvl="1"/>
            <a:r>
              <a:rPr lang="es-ES" sz="1800" noProof="0" dirty="0"/>
              <a:t>probabilidad de t2d = 0.82</a:t>
            </a:r>
          </a:p>
          <a:p>
            <a:pPr lvl="1"/>
            <a:r>
              <a:rPr lang="es-ES" sz="1800" noProof="0" dirty="0"/>
              <a:t>clase final = t2d</a:t>
            </a:r>
            <a:endParaRPr lang="es-MX" sz="1800" noProof="0" dirty="0"/>
          </a:p>
          <a:p>
            <a:r>
              <a:rPr lang="en-US" sz="1800" b="1" dirty="0" err="1"/>
              <a:t>Métricas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accuracy</a:t>
            </a:r>
          </a:p>
          <a:p>
            <a:pPr lvl="1"/>
            <a:r>
              <a:rPr lang="en-US" sz="1800" dirty="0"/>
              <a:t>precision</a:t>
            </a:r>
          </a:p>
          <a:p>
            <a:pPr lvl="1"/>
            <a:r>
              <a:rPr lang="en-US" sz="1800" dirty="0"/>
              <a:t>recall</a:t>
            </a:r>
          </a:p>
          <a:p>
            <a:pPr lvl="1"/>
            <a:r>
              <a:rPr lang="en-US" sz="1800" dirty="0"/>
              <a:t>f1-score</a:t>
            </a:r>
          </a:p>
          <a:p>
            <a:pPr lvl="1"/>
            <a:r>
              <a:rPr lang="en-US" sz="1800" dirty="0" err="1"/>
              <a:t>roc_auc</a:t>
            </a:r>
            <a:endParaRPr lang="en-US" sz="1800" dirty="0"/>
          </a:p>
          <a:p>
            <a:pPr lvl="1"/>
            <a:r>
              <a:rPr lang="en-US" sz="1800" dirty="0" err="1"/>
              <a:t>matriz</a:t>
            </a:r>
            <a:r>
              <a:rPr lang="en-US" sz="1800" dirty="0"/>
              <a:t> de </a:t>
            </a:r>
            <a:r>
              <a:rPr lang="en-US" sz="1800" dirty="0" err="1"/>
              <a:t>confusión</a:t>
            </a:r>
            <a:endParaRPr lang="en-US" sz="18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360A6E-68F2-646A-8935-1544A98DEB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9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4EB4EE6-DB24-EE08-4BE9-491E1B59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Modelo 1. Logistic Regression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BDF0745-98F8-6689-381F-E1581DC8F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 anchor="ctr">
            <a:normAutofit/>
          </a:bodyPr>
          <a:lstStyle/>
          <a:p>
            <a:pPr algn="ctr"/>
            <a:r>
              <a:rPr lang="es-ES" sz="1800" dirty="0"/>
              <a:t>¿Hay una combinación lineal de taxones que separa n de t2d?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E37EDE3-CFF9-1D25-2270-2EF54E0B0F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/>
              <a:t>Ventajas</a:t>
            </a:r>
            <a:r>
              <a:rPr lang="es-ES" sz="1800" dirty="0"/>
              <a:t>:</a:t>
            </a:r>
          </a:p>
          <a:p>
            <a:r>
              <a:rPr lang="es-ES" sz="1800" dirty="0"/>
              <a:t>Rápido</a:t>
            </a:r>
          </a:p>
          <a:p>
            <a:r>
              <a:rPr lang="es-ES" sz="1800" dirty="0"/>
              <a:t>Interpretable</a:t>
            </a:r>
          </a:p>
          <a:p>
            <a:r>
              <a:rPr lang="es-ES" sz="1800" dirty="0"/>
              <a:t>Buen </a:t>
            </a:r>
            <a:r>
              <a:rPr lang="es-ES" sz="1800" dirty="0" err="1"/>
              <a:t>baseline</a:t>
            </a:r>
            <a:r>
              <a:rPr lang="es-ES" sz="1800" dirty="0"/>
              <a:t>.</a:t>
            </a:r>
          </a:p>
          <a:p>
            <a:endParaRPr lang="en-US" sz="18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8B0AA2D-10D1-476C-EDF8-6D3D7F8B6A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/>
              <a:t>Limitación</a:t>
            </a:r>
            <a:r>
              <a:rPr lang="es-ES" sz="1800" dirty="0"/>
              <a:t>:</a:t>
            </a:r>
          </a:p>
          <a:p>
            <a:r>
              <a:rPr lang="es-ES" sz="1800" dirty="0"/>
              <a:t>Puede quedarse corto si las relaciones son muy complejas.</a:t>
            </a:r>
          </a:p>
        </p:txBody>
      </p:sp>
    </p:spTree>
    <p:extLst>
      <p:ext uri="{BB962C8B-B14F-4D97-AF65-F5344CB8AC3E}">
        <p14:creationId xmlns:p14="http://schemas.microsoft.com/office/powerpoint/2010/main" val="886491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9EEAC-2775-B1B0-9831-A6FD584D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Modelo 1. Logistic Regression</a:t>
            </a:r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D8D613EC-B4DB-1EDA-8CF0-88A51DD2DF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690688"/>
            <a:ext cx="4171000" cy="3600000"/>
          </a:xfrm>
          <a:prstGeom prst="rect">
            <a:avLst/>
          </a:prstGeo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6247BEEB-20B4-F836-28D3-4173B2CF42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45456" y="1257320"/>
            <a:ext cx="4641744" cy="252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A22001D-4FAD-47BA-D0BB-C65BFEF02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434" y="3850688"/>
            <a:ext cx="6749766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69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99</Words>
  <Application>Microsoft Office PowerPoint</Application>
  <PresentationFormat>Panorámica</PresentationFormat>
  <Paragraphs>26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Modelo 1.  Logistic Regression</vt:lpstr>
      <vt:lpstr>Modelo 1. Logistic Regression</vt:lpstr>
      <vt:lpstr>Modelo 1. Logistic Regression</vt:lpstr>
      <vt:lpstr>Modelo 1. Logistic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Barbara Gonzalez</dc:creator>
  <cp:lastModifiedBy>Barbara Gonzalez</cp:lastModifiedBy>
  <cp:revision>1</cp:revision>
  <dcterms:created xsi:type="dcterms:W3CDTF">2026-06-09T08:32:35Z</dcterms:created>
  <dcterms:modified xsi:type="dcterms:W3CDTF">2026-06-09T13:26:56Z</dcterms:modified>
</cp:coreProperties>
</file>